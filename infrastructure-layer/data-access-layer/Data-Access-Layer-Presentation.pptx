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Data Access Layer dengan Dapper</a:t>
            </a:r>
          </a:p>
        </p:txBody>
      </p:sp>
      <p:sp>
        <p:nvSpPr>
          <p:cNvPr id="3" name="Subtitle 2"/>
          <p:cNvSpPr>
            <a:spLocks noGrp="1"/>
          </p:cNvSpPr>
          <p:nvPr>
            <p:ph type="subTitle" idx="1"/>
          </p:nvPr>
        </p:nvSpPr>
        <p:spPr/>
        <p:txBody>
          <a:bodyPr/>
          <a:lstStyle/>
          <a:p>
            <a:r>
              <a:t>Panduan Lengkap Implementasi Dapper di .NET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Daftar Isi</a:t>
            </a:r>
          </a:p>
        </p:txBody>
      </p:sp>
      <p:sp>
        <p:nvSpPr>
          <p:cNvPr id="3" name="Content Placeholder 2"/>
          <p:cNvSpPr>
            <a:spLocks noGrp="1"/>
          </p:cNvSpPr>
          <p:nvPr>
            <p:ph idx="1"/>
          </p:nvPr>
        </p:nvSpPr>
        <p:spPr/>
        <p:txBody>
          <a:bodyPr/>
          <a:lstStyle/>
          <a:p/>
          <a:p>
            <a:pPr>
              <a:defRPr sz="1400"/>
            </a:pPr>
            <a:r>
              <a:t>[Pengenalan](#pengenalan)</a:t>
            </a:r>
          </a:p>
          <a:p>
            <a:pPr>
              <a:defRPr sz="1400"/>
            </a:pPr>
            <a:r>
              <a:t>[1. Result Mapping](#1-result-mapping)</a:t>
            </a:r>
          </a:p>
          <a:p>
            <a:pPr>
              <a:defRPr sz="1400"/>
            </a:pPr>
            <a:r>
              <a:t>[2. Integrasi Arsitektur](#2-integrasi-arsitektur)</a:t>
            </a:r>
          </a:p>
          <a:p>
            <a:pPr>
              <a:defRPr sz="1400"/>
            </a:pPr>
            <a:r>
              <a:t>[3. Query Execution](#3-query-execution)</a:t>
            </a:r>
          </a:p>
          <a:p>
            <a:pPr>
              <a:defRPr sz="1400"/>
            </a:pPr>
            <a:r>
              <a:t>[4. RAW SQL Best Practice](#4-raw-sql-best-practice)</a:t>
            </a:r>
          </a:p>
          <a:p>
            <a:pPr>
              <a:defRPr sz="1400"/>
            </a:pPr>
            <a:r>
              <a:t>[Hands-On Project](#hands-on-project)</a:t>
            </a:r>
          </a:p>
          <a:p>
            <a:pPr>
              <a:defRPr sz="1400"/>
            </a:pPr>
            <a:r>
              <a:t>[Quick Start Guide](./QUICKSTART.md)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Pengenalan</a:t>
            </a:r>
          </a:p>
        </p:txBody>
      </p:sp>
      <p:sp>
        <p:nvSpPr>
          <p:cNvPr id="3" name="Content Placeholder 2"/>
          <p:cNvSpPr>
            <a:spLocks noGrp="1"/>
          </p:cNvSpPr>
          <p:nvPr>
            <p:ph idx="1"/>
          </p:nvPr>
        </p:nvSpPr>
        <p:spPr/>
        <p:txBody>
          <a:bodyPr/>
          <a:lstStyle/>
          <a:p/>
          <a:p>
            <a:pPr>
              <a:defRPr sz="1400"/>
            </a:pPr>
            <a:r>
              <a:t>Data Access Layer (DAL) adalah lapisan dalam arsitektur aplikasi yang bertanggung jawab untuk mengelola komunikasi antara aplikasi dan database. DAL mengabstraksi logika akses data dari business logic, sehingga kode lebih terorganisir dan mudah di-maintain.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Pengenalan</a:t>
            </a:r>
          </a:p>
        </p:txBody>
      </p:sp>
      <p:sp>
        <p:nvSpPr>
          <p:cNvPr id="3" name="Content Placeholder 2"/>
          <p:cNvSpPr>
            <a:spLocks noGrp="1"/>
          </p:cNvSpPr>
          <p:nvPr>
            <p:ph idx="1"/>
          </p:nvPr>
        </p:nvSpPr>
        <p:spPr/>
        <p:txBody>
          <a:bodyPr/>
          <a:lstStyle/>
          <a:p/>
          <a:p>
            <a:pPr>
              <a:defRPr sz="1400"/>
            </a:pPr>
            <a:r>
              <a:t>Dapper adalah micro-ORM (Object-Relational Mapper) yang dikembangkan oleh Stack Overflow. Dapper memberikan performa tinggi mendekati ADO.NET murni, namun dengan kemudahan mapping object yang lebih baik.</a:t>
            </a:r>
          </a:p>
          <a:p>
            <a:pPr>
              <a:defRPr sz="1400"/>
            </a:pPr>
            <a:r>
              <a:t>Keunggulan Dapper:</a:t>
            </a:r>
          </a:p>
          <a:p>
            <a:pPr>
              <a:defRPr sz="1400"/>
            </a:pPr>
            <a:r>
              <a:t>⚡ Performa tinggi (hampir sama dengan ADO.NET)</a:t>
            </a:r>
          </a:p>
          <a:p>
            <a:pPr>
              <a:defRPr sz="1400"/>
            </a:pPr>
            <a:r>
              <a:t>🎯 Simple dan mudah dipelajari</a:t>
            </a:r>
          </a:p>
          <a:p>
            <a:pPr>
              <a:defRPr sz="1400"/>
            </a:pPr>
            <a:r>
              <a:t>🔧 Fleksibel dengan RAW SQL</a:t>
            </a:r>
          </a:p>
          <a:p>
            <a:pPr>
              <a:defRPr sz="1400"/>
            </a:pPr>
            <a:r>
              <a:t>📦 Lightweight (hanya satu file)</a:t>
            </a:r>
          </a:p>
          <a:p>
            <a:pPr>
              <a:defRPr sz="1400"/>
            </a:pPr>
            <a:r>
              <a:t>🔄 Mapping otomatis dari query result ke object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Pengenalan</a:t>
            </a:r>
          </a:p>
        </p:txBody>
      </p:sp>
      <p:sp>
        <p:nvSpPr>
          <p:cNvPr id="3" name="Content Placeholder 2"/>
          <p:cNvSpPr>
            <a:spLocks noGrp="1"/>
          </p:cNvSpPr>
          <p:nvPr>
            <p:ph idx="1"/>
          </p:nvPr>
        </p:nvSpPr>
        <p:spPr/>
        <p:txBody>
          <a:bodyPr/>
          <a:lstStyle/>
          <a:p>
            <a:pPr>
              <a:defRPr sz="1000">
                <a:latin typeface="Courier New"/>
              </a:defRPr>
            </a:pPr>
            <a:r>
              <a:t>dotnet add package Dapper</a:t>
            </a:r>
            <a:br/>
            <a:r>
              <a:t>dotnet add package Microsoft.Data.SqlClient</a:t>
            </a:r>
            <a:br/>
            <a:r>
              <a:t># atau untuk PostgreSQL</a:t>
            </a:r>
            <a:br/>
            <a:r>
              <a:t>dotnet add package Npgsql</a:t>
            </a:r>
            <a:br/>
            <a:r>
              <a:t># atau untuk MySQL</a:t>
            </a:r>
            <a:br/>
            <a:r>
              <a:t>dotnet add package MySql.Data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Result Mapping</a:t>
            </a:r>
          </a:p>
        </p:txBody>
      </p:sp>
      <p:sp>
        <p:nvSpPr>
          <p:cNvPr id="3" name="Content Placeholder 2"/>
          <p:cNvSpPr>
            <a:spLocks noGrp="1"/>
          </p:cNvSpPr>
          <p:nvPr>
            <p:ph idx="1"/>
          </p:nvPr>
        </p:nvSpPr>
        <p:spPr/>
        <p:txBody>
          <a:bodyPr/>
          <a:lstStyle/>
          <a:p/>
          <a:p>
            <a:pPr>
              <a:defRPr sz="1400"/>
            </a:pPr>
            <a:r>
              <a:t>Result mapping adalah proses memetakan hasil query database ke object C#. Dapper melakukan mapping secara otomatis berdasarkan nama kolom dan property.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Result Mapping</a:t>
            </a:r>
          </a:p>
        </p:txBody>
      </p:sp>
      <p:sp>
        <p:nvSpPr>
          <p:cNvPr id="3" name="Content Placeholder 2"/>
          <p:cNvSpPr>
            <a:spLocks noGrp="1"/>
          </p:cNvSpPr>
          <p:nvPr>
            <p:ph idx="1"/>
          </p:nvPr>
        </p:nvSpPr>
        <p:spPr/>
        <p:txBody>
          <a:bodyPr/>
          <a:lstStyle/>
          <a:p>
            <a:pPr>
              <a:defRPr sz="1000">
                <a:latin typeface="Courier New"/>
              </a:defRPr>
            </a:pPr>
            <a:r>
              <a:t>public class Product</a:t>
            </a:r>
            <a:br/>
            <a:r>
              <a:t>{</a:t>
            </a:r>
            <a:br/>
            <a:r>
              <a:t>    public int Id { get; set; }</a:t>
            </a:r>
            <a:br/>
            <a:r>
              <a:t>    public string Name { get; set; }</a:t>
            </a:r>
            <a:br/>
            <a:r>
              <a:t>    public decimal Price { get; set; }</a:t>
            </a:r>
            <a:br/>
            <a:r>
              <a:t>    public int Stock { get; set; }</a:t>
            </a:r>
            <a:br/>
            <a:r>
              <a:t>    public DateTime CreatedAt { get; set; }</a:t>
            </a:r>
            <a:br/>
            <a:r>
              <a:t>}</a:t>
            </a:r>
            <a:br/>
            <a:br/>
            <a:r>
              <a:t>// Query dengan mapping otomatis</a:t>
            </a:r>
            <a:br/>
            <a:r>
              <a:t>public async Task&lt;Product&gt; GetProductById(int id)</a:t>
            </a:r>
            <a:br/>
            <a:r>
              <a:t>{</a:t>
            </a:r>
            <a:br/>
            <a:r>
              <a:t>    using var connection = new SqlConnection(_connectionString);</a:t>
            </a:r>
            <a:br/>
            <a:r>
              <a:t>    </a:t>
            </a:r>
            <a:br/>
            <a:r>
              <a:t>    var sql = "SELECT Id, Name, Price, Stock, CreatedAt FROM Products WHERE Id = @Id";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Result Mapping</a:t>
            </a:r>
          </a:p>
        </p:txBody>
      </p:sp>
      <p:sp>
        <p:nvSpPr>
          <p:cNvPr id="3" name="Content Placeholder 2"/>
          <p:cNvSpPr>
            <a:spLocks noGrp="1"/>
          </p:cNvSpPr>
          <p:nvPr>
            <p:ph idx="1"/>
          </p:nvPr>
        </p:nvSpPr>
        <p:spPr/>
        <p:txBody>
          <a:bodyPr/>
          <a:lstStyle/>
          <a:p>
            <a:pPr>
              <a:defRPr sz="1000">
                <a:latin typeface="Courier New"/>
              </a:defRPr>
            </a:pPr>
            <a:r>
              <a:t>public class Customer</a:t>
            </a:r>
            <a:br/>
            <a:r>
              <a:t>{</a:t>
            </a:r>
            <a:br/>
            <a:r>
              <a:t>    public int CustomerId { get; set; }</a:t>
            </a:r>
            <a:br/>
            <a:r>
              <a:t>    public string FullName { get; set; }</a:t>
            </a:r>
            <a:br/>
            <a:r>
              <a:t>    public string EmailAddress { get; set; }</a:t>
            </a:r>
            <a:br/>
            <a:r>
              <a:t>}</a:t>
            </a:r>
            <a:br/>
            <a:br/>
            <a:r>
              <a:t>// SQL dengan alias untuk mapping</a:t>
            </a:r>
            <a:br/>
            <a:r>
              <a:t>var sql = @"</a:t>
            </a:r>
            <a:br/>
            <a:r>
              <a:t>    SELECT </a:t>
            </a:r>
            <a:br/>
            <a:r>
              <a:t>        customer_id as CustomerId,</a:t>
            </a:r>
            <a:br/>
            <a:r>
              <a:t>        full_name as FullName,</a:t>
            </a:r>
            <a:br/>
            <a:r>
              <a:t>        email as EmailAddress</a:t>
            </a:r>
            <a:br/>
            <a:r>
              <a:t>    FROM Customers</a:t>
            </a:r>
            <a:br/>
            <a:r>
              <a:t>    WHERE customer_id = @Id";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Result Mapping</a:t>
            </a:r>
          </a:p>
        </p:txBody>
      </p:sp>
      <p:sp>
        <p:nvSpPr>
          <p:cNvPr id="3" name="Content Placeholder 2"/>
          <p:cNvSpPr>
            <a:spLocks noGrp="1"/>
          </p:cNvSpPr>
          <p:nvPr>
            <p:ph idx="1"/>
          </p:nvPr>
        </p:nvSpPr>
        <p:spPr/>
        <p:txBody>
          <a:bodyPr/>
          <a:lstStyle/>
          <a:p>
            <a:pPr>
              <a:defRPr sz="1000">
                <a:latin typeface="Courier New"/>
              </a:defRPr>
            </a:pPr>
            <a:r>
              <a:t>public class Order</a:t>
            </a:r>
            <a:br/>
            <a:r>
              <a:t>{</a:t>
            </a:r>
            <a:br/>
            <a:r>
              <a:t>    public int OrderId { get; set; }</a:t>
            </a:r>
            <a:br/>
            <a:r>
              <a:t>    public DateTime OrderDate { get; set; }</a:t>
            </a:r>
            <a:br/>
            <a:r>
              <a:t>    public decimal TotalAmount { get; set; }</a:t>
            </a:r>
            <a:br/>
            <a:r>
              <a:t>    public Customer Customer { get; set; }</a:t>
            </a:r>
            <a:br/>
            <a:r>
              <a:t>}</a:t>
            </a:r>
            <a:br/>
            <a:br/>
            <a:r>
              <a:t>public async Task&lt;Order&gt; GetOrderWithCustomer(int orderId)</a:t>
            </a:r>
            <a:br/>
            <a:r>
              <a:t>{</a:t>
            </a:r>
            <a:br/>
            <a:r>
              <a:t>    using var connection = new SqlConnection(_connectionString);</a:t>
            </a:r>
            <a:br/>
            <a:r>
              <a:t>    </a:t>
            </a:r>
            <a:br/>
            <a:r>
              <a:t>    var sql = @"</a:t>
            </a:r>
            <a:br/>
            <a:r>
              <a:t>        SELECT </a:t>
            </a:r>
            <a:br/>
            <a:r>
              <a:t>            o.OrderId, o.OrderDate, o.TotalAmount,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Result Mapping</a:t>
            </a:r>
          </a:p>
        </p:txBody>
      </p:sp>
      <p:sp>
        <p:nvSpPr>
          <p:cNvPr id="3" name="Content Placeholder 2"/>
          <p:cNvSpPr>
            <a:spLocks noGrp="1"/>
          </p:cNvSpPr>
          <p:nvPr>
            <p:ph idx="1"/>
          </p:nvPr>
        </p:nvSpPr>
        <p:spPr/>
        <p:txBody>
          <a:bodyPr/>
          <a:lstStyle/>
          <a:p>
            <a:pPr>
              <a:defRPr sz="1000">
                <a:latin typeface="Courier New"/>
              </a:defRPr>
            </a:pPr>
            <a:r>
              <a:t>public class Order</a:t>
            </a:r>
            <a:br/>
            <a:r>
              <a:t>{</a:t>
            </a:r>
            <a:br/>
            <a:r>
              <a:t>    public int OrderId { get; set; }</a:t>
            </a:r>
            <a:br/>
            <a:r>
              <a:t>    public DateTime OrderDate { get; set; }</a:t>
            </a:r>
            <a:br/>
            <a:r>
              <a:t>    public List&lt;OrderItem&gt; Items { get; set; } = new();</a:t>
            </a:r>
            <a:br/>
            <a:r>
              <a:t>}</a:t>
            </a:r>
            <a:br/>
            <a:br/>
            <a:r>
              <a:t>public class OrderItem</a:t>
            </a:r>
            <a:br/>
            <a:r>
              <a:t>{</a:t>
            </a:r>
            <a:br/>
            <a:r>
              <a:t>    public int OrderItemId { get; set; }</a:t>
            </a:r>
            <a:br/>
            <a:r>
              <a:t>    public int ProductId { get; set; }</a:t>
            </a:r>
            <a:br/>
            <a:r>
              <a:t>    public string ProductName { get; set; }</a:t>
            </a:r>
            <a:br/>
            <a:r>
              <a:t>    public int Quantity { get; set; }</a:t>
            </a:r>
            <a:br/>
            <a:r>
              <a:t>    public decimal Price { get; set; }</a:t>
            </a:r>
            <a:br/>
            <a: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Result Mapping</a:t>
            </a:r>
          </a:p>
        </p:txBody>
      </p:sp>
      <p:sp>
        <p:nvSpPr>
          <p:cNvPr id="3" name="Content Placeholder 2"/>
          <p:cNvSpPr>
            <a:spLocks noGrp="1"/>
          </p:cNvSpPr>
          <p:nvPr>
            <p:ph idx="1"/>
          </p:nvPr>
        </p:nvSpPr>
        <p:spPr/>
        <p:txBody>
          <a:bodyPr/>
          <a:lstStyle/>
          <a:p>
            <a:pPr>
              <a:defRPr sz="1000">
                <a:latin typeface="Courier New"/>
              </a:defRPr>
            </a:pPr>
            <a:r>
              <a:t>public async Task&lt;IEnumerable&lt;dynamic&gt;&gt; GetDynamicData(string tableName)</a:t>
            </a:r>
            <a:br/>
            <a:r>
              <a:t>{</a:t>
            </a:r>
            <a:br/>
            <a:r>
              <a:t>    using var connection = new SqlConnection(_connectionString);</a:t>
            </a:r>
            <a:br/>
            <a:r>
              <a:t>    </a:t>
            </a:r>
            <a:br/>
            <a:r>
              <a:t>    // Hati-hati: validate tableName untuk menghindari SQL injection</a:t>
            </a:r>
            <a:br/>
            <a:r>
              <a:t>    var sql = $"SELECT * FROM {tableName}";</a:t>
            </a:r>
            <a:br/>
            <a:r>
              <a:t>    </a:t>
            </a:r>
            <a:br/>
            <a:r>
              <a:t>    return await connection.QueryAsync(sql);</a:t>
            </a:r>
            <a:br/>
            <a: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Integrasi Arsitektur</a:t>
            </a:r>
          </a:p>
        </p:txBody>
      </p:sp>
      <p:sp>
        <p:nvSpPr>
          <p:cNvPr id="3" name="Content Placeholder 2"/>
          <p:cNvSpPr>
            <a:spLocks noGrp="1"/>
          </p:cNvSpPr>
          <p:nvPr>
            <p:ph idx="1"/>
          </p:nvPr>
        </p:nvSpPr>
        <p:spPr/>
        <p:txBody>
          <a:bodyPr/>
          <a:lstStyle/>
          <a:p>
            <a:pPr>
              <a:defRPr sz="1000">
                <a:latin typeface="Courier New"/>
              </a:defRPr>
            </a:pPr>
            <a:r>
              <a:t>MyProject/</a:t>
            </a:r>
            <a:br/>
            <a:r>
              <a:t>├── MyProject.Domain/          # Entities, Interfaces</a:t>
            </a:r>
            <a:br/>
            <a:r>
              <a:t>├── MyProject.Application/     # Business Logic, DTOs</a:t>
            </a:r>
            <a:br/>
            <a:r>
              <a:t>├── MyProject.Infrastructure/  # Data Access Implementation</a:t>
            </a:r>
            <a:br/>
            <a:r>
              <a:t>│   └── DataAccess/</a:t>
            </a:r>
            <a:br/>
            <a:r>
              <a:t>│       ├── Repositories/</a:t>
            </a:r>
            <a:br/>
            <a:r>
              <a:t>│       └── DbContext/</a:t>
            </a:r>
            <a:br/>
            <a:r>
              <a:t>└── MyProject.API/            # Web API Controllers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Integrasi Arsitektur</a:t>
            </a:r>
          </a:p>
        </p:txBody>
      </p:sp>
      <p:sp>
        <p:nvSpPr>
          <p:cNvPr id="3" name="Content Placeholder 2"/>
          <p:cNvSpPr>
            <a:spLocks noGrp="1"/>
          </p:cNvSpPr>
          <p:nvPr>
            <p:ph idx="1"/>
          </p:nvPr>
        </p:nvSpPr>
        <p:spPr/>
        <p:txBody>
          <a:bodyPr/>
          <a:lstStyle/>
          <a:p>
            <a:pPr>
              <a:defRPr sz="1000">
                <a:latin typeface="Courier New"/>
              </a:defRPr>
            </a:pPr>
            <a:r>
              <a:t>namespace MyProject.Domain.Repositories</a:t>
            </a:r>
            <a:br/>
            <a:r>
              <a:t>{</a:t>
            </a:r>
            <a:br/>
            <a:r>
              <a:t>    public interface IProductRepository</a:t>
            </a:r>
            <a:br/>
            <a:r>
              <a:t>    {</a:t>
            </a:r>
            <a:br/>
            <a:r>
              <a:t>        Task&lt;Product&gt; GetByIdAsync(int id);</a:t>
            </a:r>
            <a:br/>
            <a:r>
              <a:t>        Task&lt;IEnumerable&lt;Product&gt;&gt; GetAllAsync();</a:t>
            </a:r>
            <a:br/>
            <a:r>
              <a:t>        Task&lt;Product&gt; CreateAsync(Product product);</a:t>
            </a:r>
            <a:br/>
            <a:r>
              <a:t>        Task&lt;bool&gt; UpdateAsync(Product product);</a:t>
            </a:r>
            <a:br/>
            <a:r>
              <a:t>        Task&lt;bool&gt; DeleteAsync(int id);</a:t>
            </a:r>
            <a:br/>
            <a:r>
              <a:t>    }</a:t>
            </a:r>
            <a:br/>
            <a: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Integrasi Arsitektur</a:t>
            </a:r>
          </a:p>
        </p:txBody>
      </p:sp>
      <p:sp>
        <p:nvSpPr>
          <p:cNvPr id="3" name="Content Placeholder 2"/>
          <p:cNvSpPr>
            <a:spLocks noGrp="1"/>
          </p:cNvSpPr>
          <p:nvPr>
            <p:ph idx="1"/>
          </p:nvPr>
        </p:nvSpPr>
        <p:spPr/>
        <p:txBody>
          <a:bodyPr/>
          <a:lstStyle/>
          <a:p>
            <a:pPr>
              <a:defRPr sz="1000">
                <a:latin typeface="Courier New"/>
              </a:defRPr>
            </a:pPr>
            <a:r>
              <a:t>namespace MyProject.Domain.UnitOfWork</a:t>
            </a:r>
            <a:br/>
            <a:r>
              <a:t>{</a:t>
            </a:r>
            <a:br/>
            <a:r>
              <a:t>    public interface IUnitOfWork : IDisposable</a:t>
            </a:r>
            <a:br/>
            <a:r>
              <a:t>    {</a:t>
            </a:r>
            <a:br/>
            <a:r>
              <a:t>        IProductRepository Products { get; }</a:t>
            </a:r>
            <a:br/>
            <a:r>
              <a:t>        ICustomerRepository Customers { get; }</a:t>
            </a:r>
            <a:br/>
            <a:r>
              <a:t>        IOrderRepository Orders { get; }</a:t>
            </a:r>
            <a:br/>
            <a:r>
              <a:t>        </a:t>
            </a:r>
            <a:br/>
            <a:r>
              <a:t>        Task&lt;int&gt; SaveChangesAsync();</a:t>
            </a:r>
            <a:br/>
            <a:r>
              <a:t>        Task BeginTransactionAsync();</a:t>
            </a:r>
            <a:br/>
            <a:r>
              <a:t>        Task CommitAsync();</a:t>
            </a:r>
            <a:br/>
            <a:r>
              <a:t>        Task RollbackAsync();</a:t>
            </a:r>
            <a:br/>
            <a:r>
              <a:t>    }</a:t>
            </a:r>
            <a:br/>
            <a: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Integrasi Arsitektur</a:t>
            </a:r>
          </a:p>
        </p:txBody>
      </p:sp>
      <p:sp>
        <p:nvSpPr>
          <p:cNvPr id="3" name="Content Placeholder 2"/>
          <p:cNvSpPr>
            <a:spLocks noGrp="1"/>
          </p:cNvSpPr>
          <p:nvPr>
            <p:ph idx="1"/>
          </p:nvPr>
        </p:nvSpPr>
        <p:spPr/>
        <p:txBody>
          <a:bodyPr/>
          <a:lstStyle/>
          <a:p>
            <a:pPr>
              <a:defRPr sz="1000">
                <a:latin typeface="Courier New"/>
              </a:defRPr>
            </a:pPr>
            <a:r>
              <a:t>using MyProject.Domain.Repositories;</a:t>
            </a:r>
            <a:br/>
            <a:r>
              <a:t>using MyProject.Infrastructure.DataAccess.Repositories;</a:t>
            </a:r>
            <a:br/>
            <a:br/>
            <a:r>
              <a:t>var builder = WebApplication.CreateBuilder(args);</a:t>
            </a:r>
            <a:br/>
            <a:br/>
            <a:r>
              <a:t>// Add services to the container</a:t>
            </a:r>
            <a:br/>
            <a:r>
              <a:t>builder.Services.AddControllers();</a:t>
            </a:r>
            <a:br/>
            <a:br/>
            <a:r>
              <a:t>// Connection String</a:t>
            </a:r>
            <a:br/>
            <a:r>
              <a:t>var connectionString = builder.Configuration.GetConnectionString("DefaultConnection");</a:t>
            </a:r>
            <a:br/>
            <a:br/>
            <a:r>
              <a:t>// Register Repositories</a:t>
            </a:r>
            <a:br/>
            <a:r>
              <a:t>builder.Services.AddScoped&lt;IProductRepository&gt;(sp =&gt; </a:t>
            </a:r>
            <a:br/>
            <a:r>
              <a:t>    new ProductRepository(connectionString));</a:t>
            </a:r>
            <a:br/>
            <a:r>
              <a:t>builder.Services.AddScoped&lt;ICustomerRepository&gt;(sp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Query Execution</a:t>
            </a:r>
          </a:p>
        </p:txBody>
      </p:sp>
      <p:sp>
        <p:nvSpPr>
          <p:cNvPr id="3" name="Content Placeholder 2"/>
          <p:cNvSpPr>
            <a:spLocks noGrp="1"/>
          </p:cNvSpPr>
          <p:nvPr>
            <p:ph idx="1"/>
          </p:nvPr>
        </p:nvSpPr>
        <p:spPr/>
        <p:txBody>
          <a:bodyPr/>
          <a:lstStyle/>
          <a:p>
            <a:pPr>
              <a:defRPr sz="1000">
                <a:latin typeface="Courier New"/>
              </a:defRPr>
            </a:pPr>
            <a:r>
              <a:t>public async Task&lt;IEnumerable&lt;Product&gt;&gt; GetProducts()</a:t>
            </a:r>
            <a:br/>
            <a:r>
              <a:t>{</a:t>
            </a:r>
            <a:br/>
            <a:r>
              <a:t>    using var connection = new SqlConnection(_connectionString);</a:t>
            </a:r>
            <a:br/>
            <a:r>
              <a:t>    </a:t>
            </a:r>
            <a:br/>
            <a:r>
              <a:t>    var sql = "SELECT * FROM Products";</a:t>
            </a:r>
            <a:br/>
            <a:r>
              <a:t>    </a:t>
            </a:r>
            <a:br/>
            <a:r>
              <a:t>    return await connection.QueryAsync&lt;Product&gt;(sql);</a:t>
            </a:r>
            <a:br/>
            <a:r>
              <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Query Execution</a:t>
            </a:r>
          </a:p>
        </p:txBody>
      </p:sp>
      <p:sp>
        <p:nvSpPr>
          <p:cNvPr id="3" name="Content Placeholder 2"/>
          <p:cNvSpPr>
            <a:spLocks noGrp="1"/>
          </p:cNvSpPr>
          <p:nvPr>
            <p:ph idx="1"/>
          </p:nvPr>
        </p:nvSpPr>
        <p:spPr/>
        <p:txBody>
          <a:bodyPr/>
          <a:lstStyle/>
          <a:p>
            <a:pPr>
              <a:defRPr sz="1000">
                <a:latin typeface="Courier New"/>
              </a:defRPr>
            </a:pPr>
            <a:r>
              <a:t>var product = await connection.QuerySingleAsync&lt;Product&gt;(</a:t>
            </a:r>
            <a:br/>
            <a:r>
              <a:t>    "SELECT * FROM Products WHERE Id = @Id AND Price &gt; @MinPrice",</a:t>
            </a:r>
            <a:br/>
            <a:r>
              <a:t>    new { Id = 1, MinPrice = 100 }</a:t>
            </a:r>
            <a:br/>
            <a:r>
              <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Query Execution</a:t>
            </a:r>
          </a:p>
        </p:txBody>
      </p:sp>
      <p:sp>
        <p:nvSpPr>
          <p:cNvPr id="3" name="Content Placeholder 2"/>
          <p:cNvSpPr>
            <a:spLocks noGrp="1"/>
          </p:cNvSpPr>
          <p:nvPr>
            <p:ph idx="1"/>
          </p:nvPr>
        </p:nvSpPr>
        <p:spPr/>
        <p:txBody>
          <a:bodyPr/>
          <a:lstStyle/>
          <a:p>
            <a:pPr>
              <a:defRPr sz="1000">
                <a:latin typeface="Courier New"/>
              </a:defRPr>
            </a:pPr>
            <a:r>
              <a:t>public async Task&lt;int&gt; BulkInsertProducts(IEnumerable&lt;Product&gt; products)</a:t>
            </a:r>
            <a:br/>
            <a:r>
              <a:t>{</a:t>
            </a:r>
            <a:br/>
            <a:r>
              <a:t>    using var connection = new SqlConnection(_connectionString);</a:t>
            </a:r>
            <a:br/>
            <a:r>
              <a:t>    </a:t>
            </a:r>
            <a:br/>
            <a:r>
              <a:t>    var sql = @"</a:t>
            </a:r>
            <a:br/>
            <a:r>
              <a:t>        INSERT INTO Products (Name, Price, Stock, CreatedAt)</a:t>
            </a:r>
            <a:br/>
            <a:r>
              <a:t>        VALUES (@Name, @Price, @Stock, @CreatedAt)";</a:t>
            </a:r>
            <a:br/>
            <a:r>
              <a:t>    </a:t>
            </a:r>
            <a:br/>
            <a:r>
              <a:t>    return await connection.ExecuteAsync(sql, products);</a:t>
            </a:r>
            <a:br/>
            <a:r>
              <a: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Query Execution</a:t>
            </a:r>
          </a:p>
        </p:txBody>
      </p:sp>
      <p:sp>
        <p:nvSpPr>
          <p:cNvPr id="3" name="Content Placeholder 2"/>
          <p:cNvSpPr>
            <a:spLocks noGrp="1"/>
          </p:cNvSpPr>
          <p:nvPr>
            <p:ph idx="1"/>
          </p:nvPr>
        </p:nvSpPr>
        <p:spPr/>
        <p:txBody>
          <a:bodyPr/>
          <a:lstStyle/>
          <a:p>
            <a:pPr>
              <a:defRPr sz="1000">
                <a:latin typeface="Courier New"/>
              </a:defRPr>
            </a:pPr>
            <a:r>
              <a:t>public async Task&lt;(IEnumerable&lt;Product&gt;, IEnumerable&lt;Customer&gt;)&gt; GetProductsAndCustomers()</a:t>
            </a:r>
            <a:br/>
            <a:r>
              <a:t>{</a:t>
            </a:r>
            <a:br/>
            <a:r>
              <a:t>    using var connection = new SqlConnection(_connectionString);</a:t>
            </a:r>
            <a:br/>
            <a:r>
              <a:t>    </a:t>
            </a:r>
            <a:br/>
            <a:r>
              <a:t>    var sql = @"</a:t>
            </a:r>
            <a:br/>
            <a:r>
              <a:t>        SELECT * FROM Products;</a:t>
            </a:r>
            <a:br/>
            <a:r>
              <a:t>        SELECT * FROM Customers;";</a:t>
            </a:r>
            <a:br/>
            <a:r>
              <a:t>    </a:t>
            </a:r>
            <a:br/>
            <a:r>
              <a:t>    using var multi = await connection.QueryMultipleAsync(sql);</a:t>
            </a:r>
            <a:br/>
            <a:r>
              <a:t>    </a:t>
            </a:r>
            <a:br/>
            <a:r>
              <a:t>    var products = await multi.ReadAsync&lt;Product&gt;();</a:t>
            </a:r>
            <a:br/>
            <a:r>
              <a:t>    var customers = await multi.ReadAsync&lt;Customer&gt;();</a:t>
            </a:r>
            <a:br/>
            <a:r>
              <a:t>    </a:t>
            </a:r>
            <a:br/>
            <a:r>
              <a:t>    return (products, customers);</a:t>
            </a:r>
            <a:br/>
            <a:r>
              <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Query Execution</a:t>
            </a:r>
          </a:p>
        </p:txBody>
      </p:sp>
      <p:sp>
        <p:nvSpPr>
          <p:cNvPr id="3" name="Content Placeholder 2"/>
          <p:cNvSpPr>
            <a:spLocks noGrp="1"/>
          </p:cNvSpPr>
          <p:nvPr>
            <p:ph idx="1"/>
          </p:nvPr>
        </p:nvSpPr>
        <p:spPr/>
        <p:txBody>
          <a:bodyPr/>
          <a:lstStyle/>
          <a:p>
            <a:pPr>
              <a:defRPr sz="1000">
                <a:latin typeface="Courier New"/>
              </a:defRPr>
            </a:pPr>
            <a:r>
              <a:t>public async Task&lt;IEnumerable&lt;Product&gt;&gt; GetProductsByCategory(int categoryId)</a:t>
            </a:r>
            <a:br/>
            <a:r>
              <a:t>{</a:t>
            </a:r>
            <a:br/>
            <a:r>
              <a:t>    using var connection = new SqlConnection(_connectionString);</a:t>
            </a:r>
            <a:br/>
            <a:r>
              <a:t>    </a:t>
            </a:r>
            <a:br/>
            <a:r>
              <a:t>    var parameters = new { CategoryId = categoryId };</a:t>
            </a:r>
            <a:br/>
            <a:r>
              <a:t>    </a:t>
            </a:r>
            <a:br/>
            <a:r>
              <a:t>    return await connection.QueryAsync&lt;Product&gt;(</a:t>
            </a:r>
            <a:br/>
            <a:r>
              <a:t>        "sp_GetProductsByCategory",</a:t>
            </a:r>
            <a:br/>
            <a:r>
              <a:t>        parameters,</a:t>
            </a:r>
            <a:br/>
            <a:r>
              <a:t>        commandType: CommandType.StoredProcedure</a:t>
            </a:r>
            <a:br/>
            <a:r>
              <a:t>    );</a:t>
            </a:r>
            <a:br/>
            <a:r>
              <a: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RAW SQL Best Practice</a:t>
            </a:r>
          </a:p>
        </p:txBody>
      </p:sp>
      <p:sp>
        <p:nvSpPr>
          <p:cNvPr id="3" name="Content Placeholder 2"/>
          <p:cNvSpPr>
            <a:spLocks noGrp="1"/>
          </p:cNvSpPr>
          <p:nvPr>
            <p:ph idx="1"/>
          </p:nvPr>
        </p:nvSpPr>
        <p:spPr/>
        <p:txBody>
          <a:bodyPr/>
          <a:lstStyle/>
          <a:p>
            <a:pPr>
              <a:defRPr sz="1000">
                <a:latin typeface="Courier New"/>
              </a:defRPr>
            </a:pPr>
            <a:r>
              <a:t>// BAHAYA: SQL Injection vulnerability</a:t>
            </a:r>
            <a:br/>
            <a:r>
              <a:t>public async Task&lt;Product&gt; GetProductByName(string name)</a:t>
            </a:r>
            <a:br/>
            <a:r>
              <a:t>{</a:t>
            </a:r>
            <a:br/>
            <a:r>
              <a:t>    var sql = $"SELECT * FROM Products WHERE Name = '{name}'";</a:t>
            </a:r>
            <a:br/>
            <a:r>
              <a:t>    return await connection.QueryFirstAsync&lt;Product&gt;(sql);</a:t>
            </a:r>
            <a:br/>
            <a:r>
              <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RAW SQL Best Practice</a:t>
            </a:r>
          </a:p>
        </p:txBody>
      </p:sp>
      <p:sp>
        <p:nvSpPr>
          <p:cNvPr id="3" name="Content Placeholder 2"/>
          <p:cNvSpPr>
            <a:spLocks noGrp="1"/>
          </p:cNvSpPr>
          <p:nvPr>
            <p:ph idx="1"/>
          </p:nvPr>
        </p:nvSpPr>
        <p:spPr/>
        <p:txBody>
          <a:bodyPr/>
          <a:lstStyle/>
          <a:p>
            <a:pPr>
              <a:defRPr sz="1000">
                <a:latin typeface="Courier New"/>
              </a:defRPr>
            </a:pPr>
            <a:r>
              <a:t>// ❌ Hindari SELECT *</a:t>
            </a:r>
            <a:br/>
            <a:r>
              <a:t>var sql = "SELECT * FROM Products";</a:t>
            </a:r>
            <a:br/>
            <a:br/>
            <a:r>
              <a:t>// ✅ Specify kolom yang dibutuhkan</a:t>
            </a:r>
            <a:br/>
            <a:r>
              <a:t>var sql = "SELECT Id, Name, Price FROM Products";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RAW SQL Best Practice</a:t>
            </a:r>
          </a:p>
        </p:txBody>
      </p:sp>
      <p:sp>
        <p:nvSpPr>
          <p:cNvPr id="3" name="Content Placeholder 2"/>
          <p:cNvSpPr>
            <a:spLocks noGrp="1"/>
          </p:cNvSpPr>
          <p:nvPr>
            <p:ph idx="1"/>
          </p:nvPr>
        </p:nvSpPr>
        <p:spPr/>
        <p:txBody>
          <a:bodyPr/>
          <a:lstStyle/>
          <a:p>
            <a:pPr>
              <a:defRPr sz="1000">
                <a:latin typeface="Courier New"/>
              </a:defRPr>
            </a:pPr>
            <a:r>
              <a:t>public async Task&lt;bool&gt; TransferStock(int fromProductId, int toProductId, int quantity)</a:t>
            </a:r>
            <a:br/>
            <a:r>
              <a:t>{</a:t>
            </a:r>
            <a:br/>
            <a:r>
              <a:t>    using var connection = new SqlConnection(_connectionString);</a:t>
            </a:r>
            <a:br/>
            <a:r>
              <a:t>    connection.Open();</a:t>
            </a:r>
            <a:br/>
            <a:r>
              <a:t>    </a:t>
            </a:r>
            <a:br/>
            <a:r>
              <a:t>    using var transaction = connection.BeginTransaction();</a:t>
            </a:r>
            <a:br/>
            <a:r>
              <a:t>    </a:t>
            </a:r>
            <a:br/>
            <a:r>
              <a:t>    try</a:t>
            </a:r>
            <a:br/>
            <a:r>
              <a:t>    {</a:t>
            </a:r>
            <a:br/>
            <a:r>
              <a:t>        // Kurangi stock produk pertama</a:t>
            </a:r>
            <a:br/>
            <a:r>
              <a:t>        var sqlDeduct = @"</a:t>
            </a:r>
            <a:br/>
            <a:r>
              <a:t>            UPDATE Products </a:t>
            </a:r>
            <a:br/>
            <a:r>
              <a:t>            SET Stock = Stock - @Quantity </a:t>
            </a:r>
            <a:br/>
            <a:r>
              <a:t>            WHERE Id = @Id AND Stock &gt;= @Quantity";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RAW SQL Best Practice</a:t>
            </a:r>
          </a:p>
        </p:txBody>
      </p:sp>
      <p:sp>
        <p:nvSpPr>
          <p:cNvPr id="3" name="Content Placeholder 2"/>
          <p:cNvSpPr>
            <a:spLocks noGrp="1"/>
          </p:cNvSpPr>
          <p:nvPr>
            <p:ph idx="1"/>
          </p:nvPr>
        </p:nvSpPr>
        <p:spPr/>
        <p:txBody>
          <a:bodyPr/>
          <a:lstStyle/>
          <a:p>
            <a:pPr>
              <a:defRPr sz="1000">
                <a:latin typeface="Courier New"/>
              </a:defRPr>
            </a:pPr>
            <a:r>
              <a:t>public async Task&lt;Product&gt; GetProduct(int id)</a:t>
            </a:r>
            <a:br/>
            <a:r>
              <a:t>{</a:t>
            </a:r>
            <a:br/>
            <a:r>
              <a:t>    using var connection = new SqlConnection(_connectionString);</a:t>
            </a:r>
            <a:br/>
            <a:r>
              <a:t>    // Connection otomatis dibuka oleh Dapper</a:t>
            </a:r>
            <a:br/>
            <a:r>
              <a:t>    // Connection otomatis ditutup setelah using block</a:t>
            </a:r>
            <a:br/>
            <a:r>
              <a:t>    </a:t>
            </a:r>
            <a:br/>
            <a:r>
              <a:t>    var sql = "SELECT * FROM Products WHERE Id = @Id";</a:t>
            </a:r>
            <a:br/>
            <a:r>
              <a:t>    return await connection.QuerySingleAsync&lt;Product&gt;(sql, new { Id = id });</a:t>
            </a:r>
            <a:br/>
            <a:r>
              <a: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RAW SQL Best Practice</a:t>
            </a:r>
          </a:p>
        </p:txBody>
      </p:sp>
      <p:sp>
        <p:nvSpPr>
          <p:cNvPr id="3" name="Content Placeholder 2"/>
          <p:cNvSpPr>
            <a:spLocks noGrp="1"/>
          </p:cNvSpPr>
          <p:nvPr>
            <p:ph idx="1"/>
          </p:nvPr>
        </p:nvSpPr>
        <p:spPr/>
        <p:txBody>
          <a:bodyPr/>
          <a:lstStyle/>
          <a:p>
            <a:pPr>
              <a:defRPr sz="1000">
                <a:latin typeface="Courier New"/>
              </a:defRPr>
            </a:pPr>
            <a:r>
              <a:t>public async Task&lt;Product&gt; GetProductSafe(int id)</a:t>
            </a:r>
            <a:br/>
            <a:r>
              <a:t>{</a:t>
            </a:r>
            <a:br/>
            <a:r>
              <a:t>    try</a:t>
            </a:r>
            <a:br/>
            <a:r>
              <a:t>    {</a:t>
            </a:r>
            <a:br/>
            <a:r>
              <a:t>        using var connection = new SqlConnection(_connectionString);</a:t>
            </a:r>
            <a:br/>
            <a:r>
              <a:t>        </a:t>
            </a:r>
            <a:br/>
            <a:r>
              <a:t>        var sql = "SELECT * FROM Products WHERE Id = @Id";</a:t>
            </a:r>
            <a:br/>
            <a:r>
              <a:t>        </a:t>
            </a:r>
            <a:br/>
            <a:r>
              <a:t>        return await connection.QuerySingleOrDefaultAsync&lt;Product&gt;(sql, new { Id = id });</a:t>
            </a:r>
            <a:br/>
            <a:r>
              <a:t>    }</a:t>
            </a:r>
            <a:br/>
            <a:r>
              <a:t>    catch (SqlException ex)</a:t>
            </a:r>
            <a:br/>
            <a:r>
              <a:t>    {</a:t>
            </a:r>
            <a:br/>
            <a:r>
              <a:t>        // Log error</a:t>
            </a:r>
            <a:br/>
            <a:r>
              <a:t>        _logger.LogError(ex, "Database error while getting product {ProductId}", id);</a:t>
            </a:r>
            <a:br/>
            <a:r>
              <a:t>        throw new DataAccessException("Error access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RAW SQL Best Practice</a:t>
            </a:r>
          </a:p>
        </p:txBody>
      </p:sp>
      <p:sp>
        <p:nvSpPr>
          <p:cNvPr id="3" name="Content Placeholder 2"/>
          <p:cNvSpPr>
            <a:spLocks noGrp="1"/>
          </p:cNvSpPr>
          <p:nvPr>
            <p:ph idx="1"/>
          </p:nvPr>
        </p:nvSpPr>
        <p:spPr/>
        <p:txBody>
          <a:bodyPr/>
          <a:lstStyle/>
          <a:p>
            <a:pPr>
              <a:defRPr sz="1000">
                <a:latin typeface="Courier New"/>
              </a:defRPr>
            </a:pPr>
            <a:r>
              <a:t>// ✅ Gunakan async/await</a:t>
            </a:r>
            <a:br/>
            <a:r>
              <a:t>public async Task&lt;IEnumerable&lt;Product&gt;&gt; GetProductsAsync()</a:t>
            </a:r>
            <a:br/>
            <a:r>
              <a:t>{</a:t>
            </a:r>
            <a:br/>
            <a:r>
              <a:t>    using var connection = new SqlConnection(_connectionString);</a:t>
            </a:r>
            <a:br/>
            <a:r>
              <a:t>    </a:t>
            </a:r>
            <a:br/>
            <a:r>
              <a:t>    var sql = "SELECT * FROM Products";</a:t>
            </a:r>
            <a:br/>
            <a:r>
              <a:t>    </a:t>
            </a:r>
            <a:br/>
            <a:r>
              <a:t>    return await connection.QueryAsync&lt;Product&gt;(sql);</a:t>
            </a:r>
            <a:br/>
            <a:r>
              <a:t>}</a:t>
            </a:r>
            <a:br/>
            <a:br/>
            <a:r>
              <a:t>// ❌ Jangan block async dengan .Result atau .Wait()</a:t>
            </a:r>
            <a:br/>
            <a:r>
              <a:t>public IEnumerable&lt;Product&gt; GetProducts()</a:t>
            </a:r>
            <a:br/>
            <a:r>
              <a:t>{</a:t>
            </a:r>
            <a:br/>
            <a:r>
              <a:t>    using var connection = new SqlConnection(_connectionString);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RAW SQL Best Practice</a:t>
            </a:r>
          </a:p>
        </p:txBody>
      </p:sp>
      <p:sp>
        <p:nvSpPr>
          <p:cNvPr id="3" name="Content Placeholder 2"/>
          <p:cNvSpPr>
            <a:spLocks noGrp="1"/>
          </p:cNvSpPr>
          <p:nvPr>
            <p:ph idx="1"/>
          </p:nvPr>
        </p:nvSpPr>
        <p:spPr/>
        <p:txBody>
          <a:bodyPr/>
          <a:lstStyle/>
          <a:p>
            <a:pPr>
              <a:defRPr sz="1000">
                <a:latin typeface="Courier New"/>
              </a:defRPr>
            </a:pPr>
            <a:r>
              <a:t>// ✅ Inject connection string, bukan create setiap kali</a:t>
            </a:r>
            <a:br/>
            <a:r>
              <a:t>public class ProductRepository</a:t>
            </a:r>
            <a:br/>
            <a:r>
              <a:t>{</a:t>
            </a:r>
            <a:br/>
            <a:r>
              <a:t>    private readonly string _connectionString;</a:t>
            </a:r>
            <a:br/>
            <a:r>
              <a:t>    </a:t>
            </a:r>
            <a:br/>
            <a:r>
              <a:t>    public ProductRepository(string connectionString)</a:t>
            </a:r>
            <a:br/>
            <a:r>
              <a:t>    {</a:t>
            </a:r>
            <a:br/>
            <a:r>
              <a:t>        _connectionString = connectionString;</a:t>
            </a:r>
            <a:br/>
            <a:r>
              <a:t>    }</a:t>
            </a:r>
            <a:br/>
            <a:r>
              <a: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Hands-On Project</a:t>
            </a:r>
          </a:p>
        </p:txBody>
      </p:sp>
      <p:sp>
        <p:nvSpPr>
          <p:cNvPr id="3" name="Content Placeholder 2"/>
          <p:cNvSpPr>
            <a:spLocks noGrp="1"/>
          </p:cNvSpPr>
          <p:nvPr>
            <p:ph idx="1"/>
          </p:nvPr>
        </p:nvSpPr>
        <p:spPr/>
        <p:txBody>
          <a:bodyPr/>
          <a:lstStyle/>
          <a:p>
            <a:pPr>
              <a:defRPr sz="1000">
                <a:latin typeface="Courier New"/>
              </a:defRPr>
            </a:pPr>
            <a:r>
              <a:t>cd hands-on-project</a:t>
            </a:r>
            <a:br/>
            <a:r>
              <a:t>dotnet restore</a:t>
            </a:r>
            <a:br/>
            <a:r>
              <a:t>dotnet build</a:t>
            </a:r>
            <a:br/>
            <a:r>
              <a:t>dotnet run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Referensi</a:t>
            </a:r>
          </a:p>
        </p:txBody>
      </p:sp>
      <p:sp>
        <p:nvSpPr>
          <p:cNvPr id="3" name="Content Placeholder 2"/>
          <p:cNvSpPr>
            <a:spLocks noGrp="1"/>
          </p:cNvSpPr>
          <p:nvPr>
            <p:ph idx="1"/>
          </p:nvPr>
        </p:nvSpPr>
        <p:spPr/>
        <p:txBody>
          <a:bodyPr/>
          <a:lstStyle/>
          <a:p/>
          <a:p>
            <a:pPr>
              <a:defRPr sz="1400"/>
            </a:pPr>
            <a:r>
              <a:t>[Dapper Official Documentation](https://github.com/DapperLib/Dapper)</a:t>
            </a:r>
          </a:p>
          <a:p>
            <a:pPr>
              <a:defRPr sz="1400"/>
            </a:pPr>
            <a:r>
              <a:t>[Dapper Tutorial](https://www.learndapper.com/)</a:t>
            </a:r>
          </a:p>
          <a:p>
            <a:pPr>
              <a:defRPr sz="1400"/>
            </a:pPr>
            <a:r>
              <a:t>[Clean Architecture](https://blog.cleancoder.com/uncle-bob/2012/08/13/the-clean-architecture.html)</a:t>
            </a:r>
          </a:p>
          <a:p>
            <a:pPr>
              <a:defRPr sz="1400"/>
            </a:pPr>
            <a:r>
              <a:t>[Repository Pattern](https://docs.microsoft.com/en-us/dotnet/architecture/microservices/microservice-ddd-cqrs-patterns/infrastructure-persistence-layer-design)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Latihan/Tugas</a:t>
            </a:r>
          </a:p>
        </p:txBody>
      </p:sp>
      <p:sp>
        <p:nvSpPr>
          <p:cNvPr id="3" name="Content Placeholder 2"/>
          <p:cNvSpPr>
            <a:spLocks noGrp="1"/>
          </p:cNvSpPr>
          <p:nvPr>
            <p:ph idx="1"/>
          </p:nvPr>
        </p:nvSpPr>
        <p:spPr/>
        <p:txBody>
          <a:bodyPr/>
          <a:lstStyle/>
          <a:p/>
          <a:p>
            <a:pPr>
              <a:defRPr sz="1400"/>
            </a:pPr>
            <a:r>
              <a:t>Kerjakan latihan pada folder [hands-on-project](./hands-on-project/ASSIGNMENT.md) untuk menguji pemahaman Anda tentang:</a:t>
            </a:r>
          </a:p>
          <a:p>
            <a:pPr>
              <a:defRPr sz="1400"/>
            </a:pPr>
            <a:r>
              <a:t>1. Result Mapping dengan berbagai skenario</a:t>
            </a:r>
          </a:p>
          <a:p>
            <a:pPr>
              <a:defRPr sz="1400"/>
            </a:pPr>
            <a:r>
              <a:t>2. Implementasi arsitektur yang baik</a:t>
            </a:r>
          </a:p>
          <a:p>
            <a:pPr>
              <a:defRPr sz="1400"/>
            </a:pPr>
            <a:r>
              <a:t>3. Query execution yang efisien</a:t>
            </a:r>
          </a:p>
          <a:p>
            <a:pPr>
              <a:defRPr sz="1400"/>
            </a:pPr>
            <a:r>
              <a:t>4. RAW SQL best practices</a:t>
            </a:r>
          </a:p>
          <a:p>
            <a:pPr>
              <a:defRPr sz="1400"/>
            </a:pPr>
            <a:r>
              <a:t>Selamat belajar!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